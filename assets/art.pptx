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"/>
  </p:notes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7E2553"/>
    <a:srgbClr val="FF004D"/>
    <a:srgbClr val="FFA300"/>
    <a:srgbClr val="FFEC27"/>
    <a:srgbClr val="000000"/>
    <a:srgbClr val="5F574F"/>
    <a:srgbClr val="FFCCAA"/>
    <a:srgbClr val="AB5236"/>
    <a:srgbClr val="FFF1E8"/>
    <a:srgbClr val="689D3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>
        <p:scale>
          <a:sx n="150" d="100"/>
          <a:sy n="150" d="100"/>
        </p:scale>
        <p:origin x="108" y="6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84C0C11-781E-48DD-BC3A-248D128988B4}" type="datetimeFigureOut">
              <a:rPr lang="en-GB" smtClean="0"/>
              <a:t>18/01/2026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5C005A9-6B0C-4DE0-8336-A1902278455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096815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5C005A9-6B0C-4DE0-8336-A19022784552}" type="slidenum">
              <a:rPr lang="en-GB" smtClean="0"/>
              <a:t>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3903220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ECB6CB-E491-35AF-283D-97F3747B3B7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DE614EF-185C-DB37-7579-5ECD817FA68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1224DB1-28D1-90C6-5DF4-969D7CB54E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1D6658-B785-444D-BA2B-83904C9B7E52}" type="datetimeFigureOut">
              <a:rPr lang="en-GB" smtClean="0"/>
              <a:t>18/01/2026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4D0D0BD-BB06-2CA4-898E-4F6C942BFA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7CC477F-ADCF-3E9C-0505-0372E5ABE1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36EFBE-E8EC-4E50-9603-DFA6379F7A9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7594606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E174A0-6098-0A0B-124D-8753ECB3A1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D9394A1-937F-C18E-1759-EDD0BCE8D65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3257369-5165-49DB-A5D0-AAD06B444B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1D6658-B785-444D-BA2B-83904C9B7E52}" type="datetimeFigureOut">
              <a:rPr lang="en-GB" smtClean="0"/>
              <a:t>18/01/2026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D77BBB-E533-9E29-2EDC-22E16D5EA2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A452BB5-158A-4365-DE3A-F2F789E0BB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36EFBE-E8EC-4E50-9603-DFA6379F7A9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2182008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83B3C1-9722-0A6F-BE56-40AD36E349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9AD1B8F-C38C-03DB-AFFB-6DF786A2E2A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5FB15E8-1B48-6C21-1953-77A6E2D7EB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1D6658-B785-444D-BA2B-83904C9B7E52}" type="datetimeFigureOut">
              <a:rPr lang="en-GB" smtClean="0"/>
              <a:t>18/01/2026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31E9FEF-FE3A-46D5-FF26-80738A568C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6D17A42-9ACA-4F21-5DFB-507B1C2AEB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36EFBE-E8EC-4E50-9603-DFA6379F7A9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6781340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DA8346-AF49-E8B0-EF70-DD57CB5C86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A2B6F71-B4AA-CD57-A613-CC2A949CD8F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BD66ADB-89A3-B880-2B2A-D4FD6F90B86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14D448D-FC92-6DB4-4B73-CCBC9DCEE3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1D6658-B785-444D-BA2B-83904C9B7E52}" type="datetimeFigureOut">
              <a:rPr lang="en-GB" smtClean="0"/>
              <a:t>18/01/2026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DCE2219-1953-9B36-1031-D802458EB4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1466802-3808-8908-3862-1677070668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36EFBE-E8EC-4E50-9603-DFA6379F7A9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9577423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B5D7A5-663D-0860-C342-6A4D7B9C12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47AC760-662E-B479-E5F0-D29A47E5B96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D798B63-28FC-9FCF-0C14-8825F1CF40D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D2DE122-E509-00CD-A924-378CFD840D5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3870B73-C5EB-8F3B-5D1A-8DC6A8D8E8B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594CE73-E4A6-3345-72C2-4EBEFA6CA2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1D6658-B785-444D-BA2B-83904C9B7E52}" type="datetimeFigureOut">
              <a:rPr lang="en-GB" smtClean="0"/>
              <a:t>18/01/2026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031E729-61DC-C691-F2B0-AF3BD153A2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94AB501-A15E-983B-8B9F-EB13C1A9EA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36EFBE-E8EC-4E50-9603-DFA6379F7A9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5115520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3A505C-A041-8C9F-04B3-F391FC2AD5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33F31D0-956A-AF77-8DE5-EE0FB2EDEE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1D6658-B785-444D-BA2B-83904C9B7E52}" type="datetimeFigureOut">
              <a:rPr lang="en-GB" smtClean="0"/>
              <a:t>18/01/2026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5F7ABED-FFC5-BAA9-2464-005FB31F74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F6FE4E7-3539-BAC2-9C4F-55BB106706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36EFBE-E8EC-4E50-9603-DFA6379F7A9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036613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03AC721-D0D3-4B9E-2C74-99CCFFFA96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1D6658-B785-444D-BA2B-83904C9B7E52}" type="datetimeFigureOut">
              <a:rPr lang="en-GB" smtClean="0"/>
              <a:t>18/01/2026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E6F775B-CAC6-FD14-DE0D-EB57CEF858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21FF54E-CB84-A86C-BABA-67D18F58CB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36EFBE-E8EC-4E50-9603-DFA6379F7A9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9179866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D1798E-EC72-257D-73A1-E6CDDEEAB3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9A356F-3101-C4CC-B336-DA7E07335F9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806B4C8-CD25-B330-78C7-978B29B79A4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B074C15-F553-39D0-297D-383BC6B2A5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1D6658-B785-444D-BA2B-83904C9B7E52}" type="datetimeFigureOut">
              <a:rPr lang="en-GB" smtClean="0"/>
              <a:t>18/01/2026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4AF2D0A-4DCC-A9AD-2762-4D6A40B808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17311B5-EB00-3843-0076-D13765395D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36EFBE-E8EC-4E50-9603-DFA6379F7A9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1949044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E932B3-8A7D-EF20-2219-7D666C422E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CCFC550-50E1-805C-520C-C8302F13B86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76C8B52-62F5-3EBF-22C7-A88EC45C366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B03A3C4-4CBF-E50C-8FBC-6F0AB7751E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1D6658-B785-444D-BA2B-83904C9B7E52}" type="datetimeFigureOut">
              <a:rPr lang="en-GB" smtClean="0"/>
              <a:t>18/01/2026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2B0B1DC-CF67-9EDF-8EC7-017751D91D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EA96A5E-D26B-A406-0E16-99C8392260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36EFBE-E8EC-4E50-9603-DFA6379F7A9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114099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AA5A25-9862-D040-DBE4-DFE65F24CE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44EA01B-75B4-F15D-98F5-AED90710B4A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C46350-1B73-CC03-3BD8-C6E56E21C7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1D6658-B785-444D-BA2B-83904C9B7E52}" type="datetimeFigureOut">
              <a:rPr lang="en-GB" smtClean="0"/>
              <a:t>18/01/2026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A666DB2-D506-47FC-CEEA-BE5E95F38D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92B5532-C889-D706-507C-BF907149AA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36EFBE-E8EC-4E50-9603-DFA6379F7A9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7608764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504EAAC-ADD6-6B52-AE43-461E181404A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A28EA0D-EAE0-A2C6-C0C6-8FC88B30ED8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B30526B-F06D-F0CE-B3C8-4DFFFFE666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1D6658-B785-444D-BA2B-83904C9B7E52}" type="datetimeFigureOut">
              <a:rPr lang="en-GB" smtClean="0"/>
              <a:t>18/01/2026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407AC5C-BC4E-E8F8-45E4-EDC648489A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4C98A63-B272-2D50-B987-E1DC97686E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36EFBE-E8EC-4E50-9603-DFA6379F7A9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3027009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4C0401B-B8BE-58C2-0A50-3E999AEF7A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481F1A4-39FB-7C9D-C3AB-EEEAB2A8C8D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7517750-F81F-A7D6-1814-5CFE62410AE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91D6658-B785-444D-BA2B-83904C9B7E52}" type="datetimeFigureOut">
              <a:rPr lang="en-GB" smtClean="0"/>
              <a:t>18/01/2026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0AE6D2C-C422-6F82-2A15-BF1FE269F97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0465E26-C8D6-0B71-1412-324A3CB4E66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536EFBE-E8EC-4E50-9603-DFA6379F7A9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185057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" name="Picture 43">
            <a:extLst>
              <a:ext uri="{FF2B5EF4-FFF2-40B4-BE49-F238E27FC236}">
                <a16:creationId xmlns:a16="http://schemas.microsoft.com/office/drawing/2014/main" id="{C9058D16-91B0-8F95-9EAB-7348D2D7651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82527" y="1809752"/>
            <a:ext cx="4010025" cy="2686050"/>
          </a:xfrm>
          <a:prstGeom prst="rect">
            <a:avLst/>
          </a:prstGeom>
        </p:spPr>
      </p:pic>
      <p:grpSp>
        <p:nvGrpSpPr>
          <p:cNvPr id="7" name="Group 6">
            <a:extLst>
              <a:ext uri="{FF2B5EF4-FFF2-40B4-BE49-F238E27FC236}">
                <a16:creationId xmlns:a16="http://schemas.microsoft.com/office/drawing/2014/main" id="{F6943739-60E4-CFAE-FCCC-977DE67992A4}"/>
              </a:ext>
            </a:extLst>
          </p:cNvPr>
          <p:cNvGrpSpPr/>
          <p:nvPr/>
        </p:nvGrpSpPr>
        <p:grpSpPr>
          <a:xfrm>
            <a:off x="2601555" y="2588984"/>
            <a:ext cx="511276" cy="563793"/>
            <a:chOff x="3443749" y="1809752"/>
            <a:chExt cx="511276" cy="563793"/>
          </a:xfrm>
        </p:grpSpPr>
        <p:sp>
          <p:nvSpPr>
            <p:cNvPr id="4" name="Oval 3">
              <a:extLst>
                <a:ext uri="{FF2B5EF4-FFF2-40B4-BE49-F238E27FC236}">
                  <a16:creationId xmlns:a16="http://schemas.microsoft.com/office/drawing/2014/main" id="{6FBC9C08-D5E6-6DEF-AF6E-6B3103B1D672}"/>
                </a:ext>
              </a:extLst>
            </p:cNvPr>
            <p:cNvSpPr/>
            <p:nvPr/>
          </p:nvSpPr>
          <p:spPr>
            <a:xfrm>
              <a:off x="3443749" y="1809752"/>
              <a:ext cx="511276" cy="511276"/>
            </a:xfrm>
            <a:prstGeom prst="ellipse">
              <a:avLst/>
            </a:prstGeom>
            <a:solidFill>
              <a:srgbClr val="FFF1E8"/>
            </a:soli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5" name="Moon 4">
              <a:extLst>
                <a:ext uri="{FF2B5EF4-FFF2-40B4-BE49-F238E27FC236}">
                  <a16:creationId xmlns:a16="http://schemas.microsoft.com/office/drawing/2014/main" id="{C84A9A74-02FC-76A6-A629-6CDD721F5C39}"/>
                </a:ext>
              </a:extLst>
            </p:cNvPr>
            <p:cNvSpPr/>
            <p:nvPr/>
          </p:nvSpPr>
          <p:spPr>
            <a:xfrm rot="18900000">
              <a:off x="3494655" y="1906513"/>
              <a:ext cx="256022" cy="467032"/>
            </a:xfrm>
            <a:prstGeom prst="moon">
              <a:avLst>
                <a:gd name="adj" fmla="val 28954"/>
              </a:avLst>
            </a:prstGeom>
            <a:solidFill>
              <a:srgbClr val="FFCCAA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6C1619BA-5E61-CDAB-694A-251246482473}"/>
                </a:ext>
              </a:extLst>
            </p:cNvPr>
            <p:cNvSpPr/>
            <p:nvPr/>
          </p:nvSpPr>
          <p:spPr>
            <a:xfrm>
              <a:off x="3443749" y="1809752"/>
              <a:ext cx="511276" cy="511276"/>
            </a:xfrm>
            <a:prstGeom prst="ellipse">
              <a:avLst/>
            </a:prstGeom>
            <a:noFill/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grpSp>
        <p:nvGrpSpPr>
          <p:cNvPr id="49" name="Group 48">
            <a:extLst>
              <a:ext uri="{FF2B5EF4-FFF2-40B4-BE49-F238E27FC236}">
                <a16:creationId xmlns:a16="http://schemas.microsoft.com/office/drawing/2014/main" id="{75FBEFBA-3459-C3A1-E118-D5FC6988D7E3}"/>
              </a:ext>
            </a:extLst>
          </p:cNvPr>
          <p:cNvGrpSpPr/>
          <p:nvPr/>
        </p:nvGrpSpPr>
        <p:grpSpPr>
          <a:xfrm>
            <a:off x="948915" y="2458179"/>
            <a:ext cx="1140879" cy="1142998"/>
            <a:chOff x="1651821" y="2116934"/>
            <a:chExt cx="1375408" cy="1377962"/>
          </a:xfrm>
        </p:grpSpPr>
        <p:sp>
          <p:nvSpPr>
            <p:cNvPr id="9" name="Rectangle: Rounded Corners 8">
              <a:extLst>
                <a:ext uri="{FF2B5EF4-FFF2-40B4-BE49-F238E27FC236}">
                  <a16:creationId xmlns:a16="http://schemas.microsoft.com/office/drawing/2014/main" id="{B79AAA04-8F3C-4587-2F46-89DFCDD2913F}"/>
                </a:ext>
              </a:extLst>
            </p:cNvPr>
            <p:cNvSpPr/>
            <p:nvPr/>
          </p:nvSpPr>
          <p:spPr>
            <a:xfrm>
              <a:off x="1651821" y="2116934"/>
              <a:ext cx="1375408" cy="1375408"/>
            </a:xfrm>
            <a:prstGeom prst="roundRect">
              <a:avLst>
                <a:gd name="adj" fmla="val 11404"/>
              </a:avLst>
            </a:prstGeom>
            <a:solidFill>
              <a:srgbClr val="FFEC27"/>
            </a:soli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C6817428-CC59-734B-59AE-DDD8CE5B11B7}"/>
                </a:ext>
              </a:extLst>
            </p:cNvPr>
            <p:cNvSpPr/>
            <p:nvPr/>
          </p:nvSpPr>
          <p:spPr>
            <a:xfrm>
              <a:off x="1673394" y="3205627"/>
              <a:ext cx="1332263" cy="194548"/>
            </a:xfrm>
            <a:prstGeom prst="rect">
              <a:avLst/>
            </a:prstGeom>
            <a:solidFill>
              <a:srgbClr val="FFA3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47" name="Rectangle 46">
              <a:extLst>
                <a:ext uri="{FF2B5EF4-FFF2-40B4-BE49-F238E27FC236}">
                  <a16:creationId xmlns:a16="http://schemas.microsoft.com/office/drawing/2014/main" id="{493B304C-930D-51E5-7D68-C6DFFCAF59EC}"/>
                </a:ext>
              </a:extLst>
            </p:cNvPr>
            <p:cNvSpPr/>
            <p:nvPr/>
          </p:nvSpPr>
          <p:spPr>
            <a:xfrm>
              <a:off x="1694966" y="3362685"/>
              <a:ext cx="1292103" cy="97274"/>
            </a:xfrm>
            <a:prstGeom prst="rect">
              <a:avLst/>
            </a:prstGeom>
            <a:solidFill>
              <a:srgbClr val="FFA3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33389781-1A25-5DC9-81B8-CD3D9D3BC3E0}"/>
                </a:ext>
              </a:extLst>
            </p:cNvPr>
            <p:cNvSpPr/>
            <p:nvPr/>
          </p:nvSpPr>
          <p:spPr>
            <a:xfrm>
              <a:off x="1773487" y="3397622"/>
              <a:ext cx="1173100" cy="97274"/>
            </a:xfrm>
            <a:prstGeom prst="rect">
              <a:avLst/>
            </a:prstGeom>
            <a:solidFill>
              <a:srgbClr val="FFA3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1" name="Rectangle: Rounded Corners 10">
              <a:extLst>
                <a:ext uri="{FF2B5EF4-FFF2-40B4-BE49-F238E27FC236}">
                  <a16:creationId xmlns:a16="http://schemas.microsoft.com/office/drawing/2014/main" id="{57F4598A-87A7-60FD-DE1B-CBB85FC69361}"/>
                </a:ext>
              </a:extLst>
            </p:cNvPr>
            <p:cNvSpPr/>
            <p:nvPr/>
          </p:nvSpPr>
          <p:spPr>
            <a:xfrm>
              <a:off x="1651821" y="2116934"/>
              <a:ext cx="1375408" cy="1375408"/>
            </a:xfrm>
            <a:prstGeom prst="roundRect">
              <a:avLst>
                <a:gd name="adj" fmla="val 11404"/>
              </a:avLst>
            </a:prstGeom>
            <a:noFill/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grpSp>
        <p:nvGrpSpPr>
          <p:cNvPr id="53" name="Group 52">
            <a:extLst>
              <a:ext uri="{FF2B5EF4-FFF2-40B4-BE49-F238E27FC236}">
                <a16:creationId xmlns:a16="http://schemas.microsoft.com/office/drawing/2014/main" id="{A45C0ADE-CE30-9D1F-DF6F-AF7E58DC8E4C}"/>
              </a:ext>
            </a:extLst>
          </p:cNvPr>
          <p:cNvGrpSpPr/>
          <p:nvPr/>
        </p:nvGrpSpPr>
        <p:grpSpPr>
          <a:xfrm>
            <a:off x="3326937" y="2797090"/>
            <a:ext cx="139482" cy="139482"/>
            <a:chOff x="3443749" y="1809752"/>
            <a:chExt cx="511276" cy="511276"/>
          </a:xfrm>
        </p:grpSpPr>
        <p:sp>
          <p:nvSpPr>
            <p:cNvPr id="54" name="Oval 53">
              <a:extLst>
                <a:ext uri="{FF2B5EF4-FFF2-40B4-BE49-F238E27FC236}">
                  <a16:creationId xmlns:a16="http://schemas.microsoft.com/office/drawing/2014/main" id="{57AF5260-C3C6-74BB-DEE2-F73CF21BE7F2}"/>
                </a:ext>
              </a:extLst>
            </p:cNvPr>
            <p:cNvSpPr/>
            <p:nvPr/>
          </p:nvSpPr>
          <p:spPr>
            <a:xfrm>
              <a:off x="3443749" y="1809752"/>
              <a:ext cx="511276" cy="511276"/>
            </a:xfrm>
            <a:prstGeom prst="ellipse">
              <a:avLst/>
            </a:prstGeom>
            <a:solidFill>
              <a:srgbClr val="FFF1E8"/>
            </a:soli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56" name="Oval 55">
              <a:extLst>
                <a:ext uri="{FF2B5EF4-FFF2-40B4-BE49-F238E27FC236}">
                  <a16:creationId xmlns:a16="http://schemas.microsoft.com/office/drawing/2014/main" id="{4E8C2A34-61A5-D388-21A5-7B01CDA407A0}"/>
                </a:ext>
              </a:extLst>
            </p:cNvPr>
            <p:cNvSpPr/>
            <p:nvPr/>
          </p:nvSpPr>
          <p:spPr>
            <a:xfrm>
              <a:off x="3443749" y="1809752"/>
              <a:ext cx="511276" cy="511276"/>
            </a:xfrm>
            <a:prstGeom prst="ellipse">
              <a:avLst/>
            </a:prstGeom>
            <a:noFill/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</p:spTree>
    <p:extLst>
      <p:ext uri="{BB962C8B-B14F-4D97-AF65-F5344CB8AC3E}">
        <p14:creationId xmlns:p14="http://schemas.microsoft.com/office/powerpoint/2010/main" val="113995865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124</TotalTime>
  <Words>1</Words>
  <Application>Microsoft Office PowerPoint</Application>
  <PresentationFormat>Widescreen</PresentationFormat>
  <Paragraphs>1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Pinball Junior</dc:creator>
  <cp:lastModifiedBy>Pinball Junior</cp:lastModifiedBy>
  <cp:revision>2</cp:revision>
  <dcterms:created xsi:type="dcterms:W3CDTF">2026-01-18T11:46:04Z</dcterms:created>
  <dcterms:modified xsi:type="dcterms:W3CDTF">2026-01-18T13:50:16Z</dcterms:modified>
</cp:coreProperties>
</file>