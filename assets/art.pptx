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B53"/>
    <a:srgbClr val="FF004D"/>
    <a:srgbClr val="7E2553"/>
    <a:srgbClr val="83769C"/>
    <a:srgbClr val="FFCCAA"/>
    <a:srgbClr val="FF77A8"/>
    <a:srgbClr val="FFEC27"/>
    <a:srgbClr val="AB5236"/>
    <a:srgbClr val="00E436"/>
    <a:srgbClr val="29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0" d="100"/>
          <a:sy n="300" d="100"/>
        </p:scale>
        <p:origin x="-6690" y="-4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C0C11-781E-48DD-BC3A-248D128988B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005A9-6B0C-4DE0-8336-A190227845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005A9-6B0C-4DE0-8336-A1902278455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03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B6CB-E491-35AF-283D-97F3747B3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614EF-185C-DB37-7579-5ECD817FA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4DB1-28D1-90C6-5DF4-969D7CB5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D0BD-BB06-2CA4-898E-4F6C942BF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C477F-ADCF-3E9C-0505-0372E5AB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4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74A0-6098-0A0B-124D-8753ECB3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394A1-937F-C18E-1759-EDD0BCE8D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57369-5165-49DB-A5D0-AAD06B44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77BBB-E533-9E29-2EDC-22E16D5E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2BB5-158A-4365-DE3A-F2F789E0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82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B3C1-9722-0A6F-BE56-40AD36E3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1B8F-C38C-03DB-AFFB-6DF786A2E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B15E8-1B48-6C21-1953-77A6E2D7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9FEF-FE3A-46D5-FF26-80738A56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7A42-9ACA-4F21-5DFB-507B1C2A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81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8346-AF49-E8B0-EF70-DD57CB5C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B6F71-B4AA-CD57-A613-CC2A949CD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66ADB-89A3-B880-2B2A-D4FD6F90B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D448D-FC92-6DB4-4B73-CCBC9DCE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2219-1953-9B36-1031-D802458E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66802-3808-8908-3862-16770706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7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D7A5-663D-0860-C342-6A4D7B9C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AC760-662E-B479-E5F0-D29A47E5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98B63-28FC-9FCF-0C14-8825F1CF4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DE122-E509-00CD-A924-378CFD840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70B73-C5EB-8F3B-5D1A-8DC6A8D8E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4CE73-E4A6-3345-72C2-4EBEFA6C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1E729-61DC-C691-F2B0-AF3BD153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AB501-A15E-983B-8B9F-EB13C1A9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15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505C-A041-8C9F-04B3-F391FC2A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F31D0-956A-AF77-8DE5-EE0FB2ED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7ABED-FFC5-BAA9-2464-005FB31F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FE4E7-3539-BAC2-9C4F-55BB1067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6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AC721-D0D3-4B9E-2C74-99CCFFFA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F775B-CAC6-FD14-DE0D-EB57CEF8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FF54E-CB84-A86C-BABA-67D18F58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79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798E-EC72-257D-73A1-E6CDDEEA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A356F-3101-C4CC-B336-DA7E07335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6B4C8-CD25-B330-78C7-978B29B79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74C15-F553-39D0-297D-383BC6B2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F2D0A-4DCC-A9AD-2762-4D6A40B8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311B5-EB00-3843-0076-D1376539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9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32B3-8A7D-EF20-2219-7D666C42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FC550-50E1-805C-520C-C8302F13B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C8B52-62F5-3EBF-22C7-A88EC45C3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3A3C4-4CBF-E50C-8FBC-6F0AB775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0B1DC-CF67-9EDF-8EC7-017751D9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96A5E-D26B-A406-0E16-99C83922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40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5A25-9862-D040-DBE4-DFE65F24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EA01B-75B4-F15D-98F5-AED90710B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46350-1B73-CC03-3BD8-C6E56E21C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66DB2-D506-47FC-CEEA-BE5E95F3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5532-C889-D706-507C-BF907149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8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4EAAC-ADD6-6B52-AE43-461E18140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8EA0D-EAE0-A2C6-C0C6-8FC88B30E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526B-F06D-F0CE-B3C8-4DFFFFE6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7AC5C-BC4E-E8F8-45E4-EDC64848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98A63-B272-2D50-B987-E1DC9768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27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0401B-B8BE-58C2-0A50-3E999AEF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F1A4-39FB-7C9D-C3AB-EEEAB2A8C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17750-F81F-A7D6-1814-5CFE62410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D6658-B785-444D-BA2B-83904C9B7E5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6D2C-C422-6F82-2A15-BF1FE269F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5E26-C8D6-0B71-1412-324A3CB4E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6EFBE-E8EC-4E50-9603-DFA6379F7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5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C9058D16-91B0-8F95-9EAB-7348D2D7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527" y="1809752"/>
            <a:ext cx="4010025" cy="26860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75FBEFBA-3459-C3A1-E118-D5FC6988D7E3}"/>
              </a:ext>
            </a:extLst>
          </p:cNvPr>
          <p:cNvGrpSpPr/>
          <p:nvPr/>
        </p:nvGrpSpPr>
        <p:grpSpPr>
          <a:xfrm>
            <a:off x="948915" y="2458179"/>
            <a:ext cx="1140879" cy="1142998"/>
            <a:chOff x="1651821" y="2116934"/>
            <a:chExt cx="1375408" cy="137796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9AAA04-8F3C-4587-2F46-89DFCDD2913F}"/>
                </a:ext>
              </a:extLst>
            </p:cNvPr>
            <p:cNvSpPr/>
            <p:nvPr/>
          </p:nvSpPr>
          <p:spPr>
            <a:xfrm>
              <a:off x="1651821" y="2116934"/>
              <a:ext cx="1375408" cy="1375408"/>
            </a:xfrm>
            <a:prstGeom prst="roundRect">
              <a:avLst>
                <a:gd name="adj" fmla="val 11404"/>
              </a:avLst>
            </a:prstGeom>
            <a:solidFill>
              <a:srgbClr val="FFEC2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817428-CC59-734B-59AE-DDD8CE5B11B7}"/>
                </a:ext>
              </a:extLst>
            </p:cNvPr>
            <p:cNvSpPr/>
            <p:nvPr/>
          </p:nvSpPr>
          <p:spPr>
            <a:xfrm>
              <a:off x="1673394" y="3205627"/>
              <a:ext cx="1332263" cy="194548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3B304C-930D-51E5-7D68-C6DFFCAF59EC}"/>
                </a:ext>
              </a:extLst>
            </p:cNvPr>
            <p:cNvSpPr/>
            <p:nvPr/>
          </p:nvSpPr>
          <p:spPr>
            <a:xfrm>
              <a:off x="1694966" y="3362685"/>
              <a:ext cx="1292103" cy="97274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3389781-1A25-5DC9-81B8-CD3D9D3BC3E0}"/>
                </a:ext>
              </a:extLst>
            </p:cNvPr>
            <p:cNvSpPr/>
            <p:nvPr/>
          </p:nvSpPr>
          <p:spPr>
            <a:xfrm>
              <a:off x="1773487" y="3397622"/>
              <a:ext cx="1173100" cy="97274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7F4598A-87A7-60FD-DE1B-CBB85FC69361}"/>
                </a:ext>
              </a:extLst>
            </p:cNvPr>
            <p:cNvSpPr/>
            <p:nvPr/>
          </p:nvSpPr>
          <p:spPr>
            <a:xfrm>
              <a:off x="1651821" y="2116934"/>
              <a:ext cx="1375408" cy="1375408"/>
            </a:xfrm>
            <a:prstGeom prst="roundRect">
              <a:avLst>
                <a:gd name="adj" fmla="val 11404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5C0ADE-CE30-9D1F-DF6F-AF7E58DC8E4C}"/>
              </a:ext>
            </a:extLst>
          </p:cNvPr>
          <p:cNvGrpSpPr/>
          <p:nvPr/>
        </p:nvGrpSpPr>
        <p:grpSpPr>
          <a:xfrm>
            <a:off x="3326937" y="2797090"/>
            <a:ext cx="139482" cy="139482"/>
            <a:chOff x="3443749" y="1809752"/>
            <a:chExt cx="511276" cy="51127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7AF5260-C3C6-74BB-DEE2-F73CF21BE7F2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solidFill>
              <a:srgbClr val="FFF1E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E8C2A34-61A5-D388-21A5-7B01CDA407A0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3A07DC-8EE1-518C-930B-140D542F3912}"/>
              </a:ext>
            </a:extLst>
          </p:cNvPr>
          <p:cNvGrpSpPr/>
          <p:nvPr/>
        </p:nvGrpSpPr>
        <p:grpSpPr>
          <a:xfrm>
            <a:off x="3067425" y="3516936"/>
            <a:ext cx="611502" cy="613661"/>
            <a:chOff x="2807080" y="3522329"/>
            <a:chExt cx="611502" cy="61366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8C0BF03-3BF5-2AE8-251E-F87509B2D0C5}"/>
                </a:ext>
              </a:extLst>
            </p:cNvPr>
            <p:cNvGrpSpPr/>
            <p:nvPr/>
          </p:nvGrpSpPr>
          <p:grpSpPr>
            <a:xfrm>
              <a:off x="2857193" y="3572197"/>
              <a:ext cx="511276" cy="563793"/>
              <a:chOff x="3443749" y="1809752"/>
              <a:chExt cx="511276" cy="563793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3A7147E-2E1E-46FB-3EFF-C14BDF9C1F05}"/>
                  </a:ext>
                </a:extLst>
              </p:cNvPr>
              <p:cNvSpPr/>
              <p:nvPr/>
            </p:nvSpPr>
            <p:spPr>
              <a:xfrm>
                <a:off x="3443749" y="1809752"/>
                <a:ext cx="511276" cy="511276"/>
              </a:xfrm>
              <a:prstGeom prst="ellipse">
                <a:avLst/>
              </a:prstGeom>
              <a:solidFill>
                <a:srgbClr val="000000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Moon 7">
                <a:extLst>
                  <a:ext uri="{FF2B5EF4-FFF2-40B4-BE49-F238E27FC236}">
                    <a16:creationId xmlns:a16="http://schemas.microsoft.com/office/drawing/2014/main" id="{F3AA9187-09B4-7316-7726-FF06576CFBFF}"/>
                  </a:ext>
                </a:extLst>
              </p:cNvPr>
              <p:cNvSpPr/>
              <p:nvPr/>
            </p:nvSpPr>
            <p:spPr>
              <a:xfrm rot="18900000">
                <a:off x="3494655" y="1906513"/>
                <a:ext cx="256022" cy="467032"/>
              </a:xfrm>
              <a:prstGeom prst="moon">
                <a:avLst>
                  <a:gd name="adj" fmla="val 28954"/>
                </a:avLst>
              </a:prstGeom>
              <a:solidFill>
                <a:srgbClr val="1D2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49498C8-F1EA-60C8-8E6A-A8D190594897}"/>
                  </a:ext>
                </a:extLst>
              </p:cNvPr>
              <p:cNvSpPr/>
              <p:nvPr/>
            </p:nvSpPr>
            <p:spPr>
              <a:xfrm>
                <a:off x="3443749" y="1809752"/>
                <a:ext cx="511276" cy="51127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A88AB1-BB2A-DFE1-7BB1-8A0A992FAE66}"/>
                </a:ext>
              </a:extLst>
            </p:cNvPr>
            <p:cNvSpPr/>
            <p:nvPr/>
          </p:nvSpPr>
          <p:spPr>
            <a:xfrm>
              <a:off x="2807080" y="3522329"/>
              <a:ext cx="611502" cy="611502"/>
            </a:xfrm>
            <a:prstGeom prst="ellipse">
              <a:avLst/>
            </a:prstGeom>
            <a:noFill/>
            <a:ln w="57150">
              <a:solidFill>
                <a:srgbClr val="FFF1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8" name="Arrow: Up 17">
            <a:extLst>
              <a:ext uri="{FF2B5EF4-FFF2-40B4-BE49-F238E27FC236}">
                <a16:creationId xmlns:a16="http://schemas.microsoft.com/office/drawing/2014/main" id="{075B985A-8927-1BA6-0E79-E682695CBD40}"/>
              </a:ext>
            </a:extLst>
          </p:cNvPr>
          <p:cNvSpPr/>
          <p:nvPr/>
        </p:nvSpPr>
        <p:spPr>
          <a:xfrm rot="19362859">
            <a:off x="4171873" y="3356226"/>
            <a:ext cx="290155" cy="909050"/>
          </a:xfrm>
          <a:prstGeom prst="upArrow">
            <a:avLst>
              <a:gd name="adj1" fmla="val 50000"/>
              <a:gd name="adj2" fmla="val 80978"/>
            </a:avLst>
          </a:prstGeom>
          <a:solidFill>
            <a:srgbClr val="FFF1E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8ACE24-34B8-700A-69B4-ABAB95603C36}"/>
              </a:ext>
            </a:extLst>
          </p:cNvPr>
          <p:cNvGrpSpPr/>
          <p:nvPr/>
        </p:nvGrpSpPr>
        <p:grpSpPr>
          <a:xfrm>
            <a:off x="3926176" y="3326296"/>
            <a:ext cx="139482" cy="139482"/>
            <a:chOff x="3443749" y="1809752"/>
            <a:chExt cx="511276" cy="51127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0FAD51E-A2EF-9B71-77B4-773FEEEF7F29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solidFill>
              <a:srgbClr val="FFF1E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43062B-65AD-0BF8-23B3-FDC0DCD41E32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0C281C1-FA2C-54C9-B734-623CD6E9F567}"/>
              </a:ext>
            </a:extLst>
          </p:cNvPr>
          <p:cNvGrpSpPr/>
          <p:nvPr/>
        </p:nvGrpSpPr>
        <p:grpSpPr>
          <a:xfrm>
            <a:off x="8809657" y="5544602"/>
            <a:ext cx="519145" cy="512370"/>
            <a:chOff x="2268864" y="1699266"/>
            <a:chExt cx="519145" cy="51237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E7614B4-B398-A29F-5D43-437F98DD14C1}"/>
                </a:ext>
              </a:extLst>
            </p:cNvPr>
            <p:cNvGrpSpPr/>
            <p:nvPr/>
          </p:nvGrpSpPr>
          <p:grpSpPr>
            <a:xfrm>
              <a:off x="2268864" y="1699266"/>
              <a:ext cx="500949" cy="220980"/>
              <a:chOff x="2268864" y="1699266"/>
              <a:chExt cx="500949" cy="220980"/>
            </a:xfrm>
            <a:solidFill>
              <a:srgbClr val="FFF1E8"/>
            </a:solidFill>
          </p:grpSpPr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BBF34C38-6D14-F406-681D-3D70C148276F}"/>
                  </a:ext>
                </a:extLst>
              </p:cNvPr>
              <p:cNvSpPr/>
              <p:nvPr/>
            </p:nvSpPr>
            <p:spPr>
              <a:xfrm rot="8100000">
                <a:off x="2268864" y="1714503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F11E1511-70CB-CF11-60D1-C7BBD2555A43}"/>
                  </a:ext>
                </a:extLst>
              </p:cNvPr>
              <p:cNvSpPr/>
              <p:nvPr/>
            </p:nvSpPr>
            <p:spPr>
              <a:xfrm rot="13500000">
                <a:off x="2564073" y="1714506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4162CDD-353F-8AC7-447B-6A3BEA778D39}"/>
                </a:ext>
              </a:extLst>
            </p:cNvPr>
            <p:cNvGrpSpPr/>
            <p:nvPr/>
          </p:nvGrpSpPr>
          <p:grpSpPr>
            <a:xfrm rot="10800000">
              <a:off x="2287060" y="1990656"/>
              <a:ext cx="500949" cy="220980"/>
              <a:chOff x="2421264" y="1851666"/>
              <a:chExt cx="500949" cy="220980"/>
            </a:xfrm>
            <a:solidFill>
              <a:srgbClr val="FFF1E8"/>
            </a:solidFill>
          </p:grpSpPr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D6F85E05-12EE-0FFC-93C0-113551A6D990}"/>
                  </a:ext>
                </a:extLst>
              </p:cNvPr>
              <p:cNvSpPr/>
              <p:nvPr/>
            </p:nvSpPr>
            <p:spPr>
              <a:xfrm rot="8100000">
                <a:off x="2421264" y="1866903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95297EA3-7C5C-9F01-8C34-2A66DBED7C3F}"/>
                  </a:ext>
                </a:extLst>
              </p:cNvPr>
              <p:cNvSpPr/>
              <p:nvPr/>
            </p:nvSpPr>
            <p:spPr>
              <a:xfrm rot="13500000">
                <a:off x="2716473" y="1866906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7F40636-8AB3-7025-C732-330B3984C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87" y="4832337"/>
            <a:ext cx="1219200" cy="121920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4FB6F94B-CE3A-6EAD-970C-AD0ACCE6A9FE}"/>
              </a:ext>
            </a:extLst>
          </p:cNvPr>
          <p:cNvGrpSpPr/>
          <p:nvPr/>
        </p:nvGrpSpPr>
        <p:grpSpPr>
          <a:xfrm>
            <a:off x="3009997" y="5195207"/>
            <a:ext cx="239183" cy="239183"/>
            <a:chOff x="2780471" y="4821161"/>
            <a:chExt cx="239183" cy="239183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BFA2FDB-1F0A-3B4D-CCA1-4502DBCF8A99}"/>
                </a:ext>
              </a:extLst>
            </p:cNvPr>
            <p:cNvSpPr/>
            <p:nvPr/>
          </p:nvSpPr>
          <p:spPr>
            <a:xfrm>
              <a:off x="2780471" y="4821161"/>
              <a:ext cx="239183" cy="239183"/>
            </a:xfrm>
            <a:prstGeom prst="ellipse">
              <a:avLst/>
            </a:prstGeom>
            <a:solidFill>
              <a:srgbClr val="FFCCAA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D0A72E1-6B0B-D573-94BD-45F921E4813D}"/>
                </a:ext>
              </a:extLst>
            </p:cNvPr>
            <p:cNvSpPr/>
            <p:nvPr/>
          </p:nvSpPr>
          <p:spPr>
            <a:xfrm>
              <a:off x="2810579" y="4851269"/>
              <a:ext cx="178965" cy="178965"/>
            </a:xfrm>
            <a:prstGeom prst="ellipse">
              <a:avLst/>
            </a:prstGeom>
            <a:solidFill>
              <a:srgbClr val="AB523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5D9DBE48-D800-79E2-F9FC-5170C9512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755" y="5195207"/>
            <a:ext cx="2628900" cy="1590675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15BBBC52-5A46-FC6E-EE01-00E77D7667FC}"/>
              </a:ext>
            </a:extLst>
          </p:cNvPr>
          <p:cNvSpPr/>
          <p:nvPr/>
        </p:nvSpPr>
        <p:spPr>
          <a:xfrm>
            <a:off x="2261167" y="3555112"/>
            <a:ext cx="511278" cy="511278"/>
          </a:xfrm>
          <a:prstGeom prst="ellipse">
            <a:avLst/>
          </a:prstGeom>
          <a:solidFill>
            <a:srgbClr val="00E4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8913E975-10A2-6227-7077-256C3B31FC53}"/>
              </a:ext>
            </a:extLst>
          </p:cNvPr>
          <p:cNvSpPr/>
          <p:nvPr/>
        </p:nvSpPr>
        <p:spPr>
          <a:xfrm rot="13500000">
            <a:off x="3686364" y="4310500"/>
            <a:ext cx="220980" cy="190500"/>
          </a:xfrm>
          <a:prstGeom prst="triangle">
            <a:avLst/>
          </a:prstGeom>
          <a:solidFill>
            <a:srgbClr val="FFF1E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CF8ED8C-4E42-0B05-0266-948AA93B96D2}"/>
              </a:ext>
            </a:extLst>
          </p:cNvPr>
          <p:cNvGrpSpPr/>
          <p:nvPr/>
        </p:nvGrpSpPr>
        <p:grpSpPr>
          <a:xfrm>
            <a:off x="734270" y="5836072"/>
            <a:ext cx="631130" cy="631130"/>
            <a:chOff x="3796854" y="1946012"/>
            <a:chExt cx="631130" cy="631130"/>
          </a:xfrm>
        </p:grpSpPr>
        <p:sp>
          <p:nvSpPr>
            <p:cNvPr id="61" name="Diamond 60">
              <a:extLst>
                <a:ext uri="{FF2B5EF4-FFF2-40B4-BE49-F238E27FC236}">
                  <a16:creationId xmlns:a16="http://schemas.microsoft.com/office/drawing/2014/main" id="{93A74703-F37C-8749-D7EC-11FD1005F00A}"/>
                </a:ext>
              </a:extLst>
            </p:cNvPr>
            <p:cNvSpPr/>
            <p:nvPr/>
          </p:nvSpPr>
          <p:spPr>
            <a:xfrm>
              <a:off x="3796854" y="1946012"/>
              <a:ext cx="631130" cy="631130"/>
            </a:xfrm>
            <a:prstGeom prst="diamond">
              <a:avLst/>
            </a:prstGeom>
            <a:solidFill>
              <a:srgbClr val="FF004D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Multiplication Sign 61">
              <a:extLst>
                <a:ext uri="{FF2B5EF4-FFF2-40B4-BE49-F238E27FC236}">
                  <a16:creationId xmlns:a16="http://schemas.microsoft.com/office/drawing/2014/main" id="{447D957B-4A26-3D18-BE09-5C6FA0307EE9}"/>
                </a:ext>
              </a:extLst>
            </p:cNvPr>
            <p:cNvSpPr/>
            <p:nvPr/>
          </p:nvSpPr>
          <p:spPr>
            <a:xfrm>
              <a:off x="3923482" y="2072640"/>
              <a:ext cx="377874" cy="377874"/>
            </a:xfrm>
            <a:prstGeom prst="mathMultiply">
              <a:avLst>
                <a:gd name="adj1" fmla="val 1023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969991E-9707-CD7A-F8D0-63C8ECE4D889}"/>
              </a:ext>
            </a:extLst>
          </p:cNvPr>
          <p:cNvGrpSpPr/>
          <p:nvPr/>
        </p:nvGrpSpPr>
        <p:grpSpPr>
          <a:xfrm>
            <a:off x="1573378" y="5836072"/>
            <a:ext cx="631130" cy="631130"/>
            <a:chOff x="2580025" y="5855626"/>
            <a:chExt cx="631130" cy="631130"/>
          </a:xfrm>
        </p:grpSpPr>
        <p:sp>
          <p:nvSpPr>
            <p:cNvPr id="65" name="Diamond 64">
              <a:extLst>
                <a:ext uri="{FF2B5EF4-FFF2-40B4-BE49-F238E27FC236}">
                  <a16:creationId xmlns:a16="http://schemas.microsoft.com/office/drawing/2014/main" id="{D66A5847-336A-DC79-AF70-EA2000796162}"/>
                </a:ext>
              </a:extLst>
            </p:cNvPr>
            <p:cNvSpPr/>
            <p:nvPr/>
          </p:nvSpPr>
          <p:spPr>
            <a:xfrm>
              <a:off x="2580025" y="5855626"/>
              <a:ext cx="631130" cy="631130"/>
            </a:xfrm>
            <a:prstGeom prst="diamond">
              <a:avLst/>
            </a:prstGeom>
            <a:solidFill>
              <a:srgbClr val="29AD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L-Shape 66">
              <a:extLst>
                <a:ext uri="{FF2B5EF4-FFF2-40B4-BE49-F238E27FC236}">
                  <a16:creationId xmlns:a16="http://schemas.microsoft.com/office/drawing/2014/main" id="{61D858BF-A0B3-76E2-EEF7-1A60BE9EFD8E}"/>
                </a:ext>
              </a:extLst>
            </p:cNvPr>
            <p:cNvSpPr/>
            <p:nvPr/>
          </p:nvSpPr>
          <p:spPr>
            <a:xfrm rot="8100000">
              <a:off x="2803632" y="6047961"/>
              <a:ext cx="183914" cy="183914"/>
            </a:xfrm>
            <a:prstGeom prst="corner">
              <a:avLst>
                <a:gd name="adj1" fmla="val 25883"/>
                <a:gd name="adj2" fmla="val 25265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L-Shape 67">
              <a:extLst>
                <a:ext uri="{FF2B5EF4-FFF2-40B4-BE49-F238E27FC236}">
                  <a16:creationId xmlns:a16="http://schemas.microsoft.com/office/drawing/2014/main" id="{499EB1E4-976C-8843-598C-E7B3BF816403}"/>
                </a:ext>
              </a:extLst>
            </p:cNvPr>
            <p:cNvSpPr/>
            <p:nvPr/>
          </p:nvSpPr>
          <p:spPr>
            <a:xfrm rot="8100000">
              <a:off x="2803631" y="6156357"/>
              <a:ext cx="183914" cy="183914"/>
            </a:xfrm>
            <a:prstGeom prst="corner">
              <a:avLst>
                <a:gd name="adj1" fmla="val 25883"/>
                <a:gd name="adj2" fmla="val 25265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6D7F9398-CEA7-78FC-7020-9EBCD108D825}"/>
              </a:ext>
            </a:extLst>
          </p:cNvPr>
          <p:cNvSpPr/>
          <p:nvPr/>
        </p:nvSpPr>
        <p:spPr>
          <a:xfrm>
            <a:off x="2349374" y="3646835"/>
            <a:ext cx="334864" cy="334864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AE053F3-1E0C-1F7F-4CB1-9E123471D1C0}"/>
              </a:ext>
            </a:extLst>
          </p:cNvPr>
          <p:cNvSpPr/>
          <p:nvPr/>
        </p:nvSpPr>
        <p:spPr>
          <a:xfrm>
            <a:off x="2440142" y="3733092"/>
            <a:ext cx="169382" cy="169382"/>
          </a:xfrm>
          <a:prstGeom prst="ellipse">
            <a:avLst/>
          </a:prstGeom>
          <a:solidFill>
            <a:srgbClr val="FFCC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6EAA1B0-7B6F-0BF6-AC65-BB6F0EDCD629}"/>
              </a:ext>
            </a:extLst>
          </p:cNvPr>
          <p:cNvSpPr/>
          <p:nvPr/>
        </p:nvSpPr>
        <p:spPr>
          <a:xfrm>
            <a:off x="1504174" y="4014274"/>
            <a:ext cx="199039" cy="183356"/>
          </a:xfrm>
          <a:custGeom>
            <a:avLst/>
            <a:gdLst>
              <a:gd name="csX0" fmla="*/ 10818 w 199039"/>
              <a:gd name="csY0" fmla="*/ 61912 h 183356"/>
              <a:gd name="csX1" fmla="*/ 117974 w 199039"/>
              <a:gd name="csY1" fmla="*/ 0 h 183356"/>
              <a:gd name="csX2" fmla="*/ 141786 w 199039"/>
              <a:gd name="csY2" fmla="*/ 2381 h 183356"/>
              <a:gd name="csX3" fmla="*/ 151311 w 199039"/>
              <a:gd name="csY3" fmla="*/ 7143 h 183356"/>
              <a:gd name="csX4" fmla="*/ 196555 w 199039"/>
              <a:gd name="csY4" fmla="*/ 57150 h 183356"/>
              <a:gd name="csX5" fmla="*/ 191793 w 199039"/>
              <a:gd name="csY5" fmla="*/ 102393 h 183356"/>
              <a:gd name="csX6" fmla="*/ 182268 w 199039"/>
              <a:gd name="csY6" fmla="*/ 116681 h 183356"/>
              <a:gd name="csX7" fmla="*/ 167980 w 199039"/>
              <a:gd name="csY7" fmla="*/ 126206 h 183356"/>
              <a:gd name="csX8" fmla="*/ 113211 w 199039"/>
              <a:gd name="csY8" fmla="*/ 176212 h 183356"/>
              <a:gd name="csX9" fmla="*/ 101305 w 199039"/>
              <a:gd name="csY9" fmla="*/ 178593 h 183356"/>
              <a:gd name="csX10" fmla="*/ 87018 w 199039"/>
              <a:gd name="csY10" fmla="*/ 183356 h 183356"/>
              <a:gd name="csX11" fmla="*/ 41774 w 199039"/>
              <a:gd name="csY11" fmla="*/ 150018 h 183356"/>
              <a:gd name="csX12" fmla="*/ 10818 w 199039"/>
              <a:gd name="csY12" fmla="*/ 126206 h 183356"/>
              <a:gd name="csX13" fmla="*/ 3674 w 199039"/>
              <a:gd name="csY13" fmla="*/ 107156 h 183356"/>
              <a:gd name="csX14" fmla="*/ 10818 w 199039"/>
              <a:gd name="csY14" fmla="*/ 61912 h 183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99039" h="183356">
                <a:moveTo>
                  <a:pt x="10818" y="61912"/>
                </a:moveTo>
                <a:cubicBezTo>
                  <a:pt x="29868" y="44053"/>
                  <a:pt x="82255" y="20637"/>
                  <a:pt x="117974" y="0"/>
                </a:cubicBezTo>
                <a:cubicBezTo>
                  <a:pt x="125911" y="794"/>
                  <a:pt x="133986" y="710"/>
                  <a:pt x="141786" y="2381"/>
                </a:cubicBezTo>
                <a:cubicBezTo>
                  <a:pt x="145257" y="3125"/>
                  <a:pt x="148673" y="4768"/>
                  <a:pt x="151311" y="7143"/>
                </a:cubicBezTo>
                <a:cubicBezTo>
                  <a:pt x="187287" y="39521"/>
                  <a:pt x="181561" y="32160"/>
                  <a:pt x="196555" y="57150"/>
                </a:cubicBezTo>
                <a:cubicBezTo>
                  <a:pt x="199599" y="78458"/>
                  <a:pt x="201567" y="77260"/>
                  <a:pt x="191793" y="102393"/>
                </a:cubicBezTo>
                <a:cubicBezTo>
                  <a:pt x="189718" y="107728"/>
                  <a:pt x="187031" y="113506"/>
                  <a:pt x="182268" y="116681"/>
                </a:cubicBezTo>
                <a:cubicBezTo>
                  <a:pt x="177505" y="119856"/>
                  <a:pt x="172215" y="122356"/>
                  <a:pt x="167980" y="126206"/>
                </a:cubicBezTo>
                <a:cubicBezTo>
                  <a:pt x="158613" y="134722"/>
                  <a:pt x="131736" y="166950"/>
                  <a:pt x="113211" y="176212"/>
                </a:cubicBezTo>
                <a:cubicBezTo>
                  <a:pt x="109591" y="178022"/>
                  <a:pt x="105210" y="177528"/>
                  <a:pt x="101305" y="178593"/>
                </a:cubicBezTo>
                <a:cubicBezTo>
                  <a:pt x="96462" y="179914"/>
                  <a:pt x="91780" y="181768"/>
                  <a:pt x="87018" y="183356"/>
                </a:cubicBezTo>
                <a:cubicBezTo>
                  <a:pt x="57550" y="173533"/>
                  <a:pt x="81617" y="183731"/>
                  <a:pt x="41774" y="150018"/>
                </a:cubicBezTo>
                <a:cubicBezTo>
                  <a:pt x="31836" y="141609"/>
                  <a:pt x="21137" y="134143"/>
                  <a:pt x="10818" y="126206"/>
                </a:cubicBezTo>
                <a:cubicBezTo>
                  <a:pt x="8108" y="120786"/>
                  <a:pt x="3674" y="113642"/>
                  <a:pt x="3674" y="107156"/>
                </a:cubicBezTo>
                <a:cubicBezTo>
                  <a:pt x="3674" y="87318"/>
                  <a:pt x="-8232" y="79771"/>
                  <a:pt x="10818" y="61912"/>
                </a:cubicBezTo>
                <a:close/>
              </a:path>
            </a:pathLst>
          </a:custGeom>
          <a:solidFill>
            <a:srgbClr val="FFCC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FA90D27D-7FBA-3AB3-F655-AC88058043F2}"/>
              </a:ext>
            </a:extLst>
          </p:cNvPr>
          <p:cNvSpPr/>
          <p:nvPr/>
        </p:nvSpPr>
        <p:spPr>
          <a:xfrm>
            <a:off x="2027221" y="1038832"/>
            <a:ext cx="1164605" cy="1164605"/>
          </a:xfrm>
          <a:prstGeom prst="plus">
            <a:avLst>
              <a:gd name="adj" fmla="val 42164"/>
            </a:avLst>
          </a:prstGeom>
          <a:solidFill>
            <a:srgbClr val="83769C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84216C-0CF1-964A-3954-1354FAB9AFE5}"/>
              </a:ext>
            </a:extLst>
          </p:cNvPr>
          <p:cNvSpPr/>
          <p:nvPr/>
        </p:nvSpPr>
        <p:spPr>
          <a:xfrm>
            <a:off x="1347631" y="1020174"/>
            <a:ext cx="313086" cy="1183263"/>
          </a:xfrm>
          <a:prstGeom prst="roundRect">
            <a:avLst/>
          </a:prstGeom>
          <a:solidFill>
            <a:srgbClr val="83769C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0DF0BFA-0AFF-8910-2AAB-5852AEFE5EDC}"/>
              </a:ext>
            </a:extLst>
          </p:cNvPr>
          <p:cNvGrpSpPr/>
          <p:nvPr/>
        </p:nvGrpSpPr>
        <p:grpSpPr>
          <a:xfrm>
            <a:off x="2412486" y="5804799"/>
            <a:ext cx="631130" cy="631130"/>
            <a:chOff x="3419133" y="5824353"/>
            <a:chExt cx="631130" cy="631130"/>
          </a:xfrm>
        </p:grpSpPr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1F0BA658-A65C-A1D5-83C9-4ED923917C24}"/>
                </a:ext>
              </a:extLst>
            </p:cNvPr>
            <p:cNvSpPr/>
            <p:nvPr/>
          </p:nvSpPr>
          <p:spPr>
            <a:xfrm>
              <a:off x="3419133" y="5824353"/>
              <a:ext cx="631130" cy="631130"/>
            </a:xfrm>
            <a:prstGeom prst="diamond">
              <a:avLst/>
            </a:prstGeom>
            <a:solidFill>
              <a:srgbClr val="FFEC2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34149D0-DB61-D428-7D92-14F65DD9D6C1}"/>
                </a:ext>
              </a:extLst>
            </p:cNvPr>
            <p:cNvSpPr/>
            <p:nvPr/>
          </p:nvSpPr>
          <p:spPr>
            <a:xfrm>
              <a:off x="3580767" y="6139918"/>
              <a:ext cx="307862" cy="82946"/>
            </a:xfrm>
            <a:prstGeom prst="ellipse">
              <a:avLst/>
            </a:prstGeom>
            <a:solidFill>
              <a:srgbClr val="FFEC2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C9F6811-28E6-83F5-9241-27CBFC487F6D}"/>
                </a:ext>
              </a:extLst>
            </p:cNvPr>
            <p:cNvSpPr/>
            <p:nvPr/>
          </p:nvSpPr>
          <p:spPr>
            <a:xfrm>
              <a:off x="3580767" y="6056972"/>
              <a:ext cx="307862" cy="82946"/>
            </a:xfrm>
            <a:prstGeom prst="ellipse">
              <a:avLst/>
            </a:prstGeom>
            <a:solidFill>
              <a:srgbClr val="FFEC2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9FF5E7-31F3-D71A-3C1B-1DF45F5ECE56}"/>
              </a:ext>
            </a:extLst>
          </p:cNvPr>
          <p:cNvGrpSpPr/>
          <p:nvPr/>
        </p:nvGrpSpPr>
        <p:grpSpPr>
          <a:xfrm>
            <a:off x="3165029" y="5784841"/>
            <a:ext cx="631130" cy="631130"/>
            <a:chOff x="3419133" y="5824353"/>
            <a:chExt cx="631130" cy="631130"/>
          </a:xfrm>
        </p:grpSpPr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707294B8-180B-6ED2-4B69-4D852C050140}"/>
                </a:ext>
              </a:extLst>
            </p:cNvPr>
            <p:cNvSpPr/>
            <p:nvPr/>
          </p:nvSpPr>
          <p:spPr>
            <a:xfrm>
              <a:off x="3419133" y="5824353"/>
              <a:ext cx="631130" cy="631130"/>
            </a:xfrm>
            <a:prstGeom prst="diamond">
              <a:avLst/>
            </a:prstGeom>
            <a:solidFill>
              <a:srgbClr val="FF77A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0BC3C82-AD04-6EDB-D005-EE0E9530DFCE}"/>
                </a:ext>
              </a:extLst>
            </p:cNvPr>
            <p:cNvSpPr/>
            <p:nvPr/>
          </p:nvSpPr>
          <p:spPr>
            <a:xfrm>
              <a:off x="3659609" y="6010203"/>
              <a:ext cx="224121" cy="220757"/>
            </a:xfrm>
            <a:prstGeom prst="ellipse">
              <a:avLst/>
            </a:prstGeom>
            <a:solidFill>
              <a:srgbClr val="FF77A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966ABDD-4FE3-840D-37BC-D75A8E92E174}"/>
                </a:ext>
              </a:extLst>
            </p:cNvPr>
            <p:cNvSpPr/>
            <p:nvPr/>
          </p:nvSpPr>
          <p:spPr>
            <a:xfrm>
              <a:off x="3586742" y="6098445"/>
              <a:ext cx="127102" cy="125194"/>
            </a:xfrm>
            <a:prstGeom prst="ellipse">
              <a:avLst/>
            </a:prstGeom>
            <a:solidFill>
              <a:srgbClr val="FF77A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1602B6-8EF8-4BCD-E43D-64C996CF2EA7}"/>
              </a:ext>
            </a:extLst>
          </p:cNvPr>
          <p:cNvGrpSpPr/>
          <p:nvPr/>
        </p:nvGrpSpPr>
        <p:grpSpPr>
          <a:xfrm>
            <a:off x="3926176" y="5783148"/>
            <a:ext cx="631130" cy="631130"/>
            <a:chOff x="3419133" y="5824353"/>
            <a:chExt cx="631130" cy="631130"/>
          </a:xfrm>
          <a:solidFill>
            <a:srgbClr val="7E2553"/>
          </a:solidFill>
        </p:grpSpPr>
        <p:sp>
          <p:nvSpPr>
            <p:cNvPr id="51" name="Diamond 50">
              <a:extLst>
                <a:ext uri="{FF2B5EF4-FFF2-40B4-BE49-F238E27FC236}">
                  <a16:creationId xmlns:a16="http://schemas.microsoft.com/office/drawing/2014/main" id="{24FB3D85-612E-D4B3-30BE-B9D6BE0A9D25}"/>
                </a:ext>
              </a:extLst>
            </p:cNvPr>
            <p:cNvSpPr/>
            <p:nvPr/>
          </p:nvSpPr>
          <p:spPr>
            <a:xfrm>
              <a:off x="3419133" y="5824353"/>
              <a:ext cx="631130" cy="631130"/>
            </a:xfrm>
            <a:prstGeom prst="diamond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0039DF3-7D79-AF79-C9F5-4B287892A3CF}"/>
                </a:ext>
              </a:extLst>
            </p:cNvPr>
            <p:cNvSpPr/>
            <p:nvPr/>
          </p:nvSpPr>
          <p:spPr>
            <a:xfrm>
              <a:off x="3586742" y="6098445"/>
              <a:ext cx="127102" cy="125194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FC32B48-F15E-91BD-5A5F-27ED469690FC}"/>
                </a:ext>
              </a:extLst>
            </p:cNvPr>
            <p:cNvSpPr/>
            <p:nvPr/>
          </p:nvSpPr>
          <p:spPr>
            <a:xfrm>
              <a:off x="3659609" y="6010203"/>
              <a:ext cx="224121" cy="220757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F4CDCE5-77BA-28DF-A1FD-1AA5950CE294}"/>
              </a:ext>
            </a:extLst>
          </p:cNvPr>
          <p:cNvSpPr/>
          <p:nvPr/>
        </p:nvSpPr>
        <p:spPr>
          <a:xfrm>
            <a:off x="3639616" y="1020174"/>
            <a:ext cx="313086" cy="1183263"/>
          </a:xfrm>
          <a:prstGeom prst="roundRect">
            <a:avLst/>
          </a:prstGeom>
          <a:solidFill>
            <a:srgbClr val="1D2B53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943739-60E4-CFAE-FCCC-977DE67992A4}"/>
              </a:ext>
            </a:extLst>
          </p:cNvPr>
          <p:cNvGrpSpPr/>
          <p:nvPr/>
        </p:nvGrpSpPr>
        <p:grpSpPr>
          <a:xfrm>
            <a:off x="3805674" y="4876248"/>
            <a:ext cx="511276" cy="563793"/>
            <a:chOff x="3443749" y="1809752"/>
            <a:chExt cx="511276" cy="56379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BC9C08-D5E6-6DEF-AF6E-6B3103B1D672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solidFill>
              <a:srgbClr val="FFF1E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C84A9A74-02FC-76A6-A629-6CDD721F5C39}"/>
                </a:ext>
              </a:extLst>
            </p:cNvPr>
            <p:cNvSpPr/>
            <p:nvPr/>
          </p:nvSpPr>
          <p:spPr>
            <a:xfrm rot="18900000">
              <a:off x="3494655" y="1906513"/>
              <a:ext cx="256022" cy="467032"/>
            </a:xfrm>
            <a:prstGeom prst="moon">
              <a:avLst>
                <a:gd name="adj" fmla="val 28954"/>
              </a:avLst>
            </a:prstGeom>
            <a:solidFill>
              <a:srgbClr val="FFCC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C1619BA-5E61-CDAB-694A-251246482473}"/>
                </a:ext>
              </a:extLst>
            </p:cNvPr>
            <p:cNvSpPr/>
            <p:nvPr/>
          </p:nvSpPr>
          <p:spPr>
            <a:xfrm>
              <a:off x="3443749" y="1809752"/>
              <a:ext cx="511276" cy="511276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13995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F7AA1A9-7F8D-5999-9D7A-37FD2FB03510}"/>
              </a:ext>
            </a:extLst>
          </p:cNvPr>
          <p:cNvGrpSpPr/>
          <p:nvPr/>
        </p:nvGrpSpPr>
        <p:grpSpPr>
          <a:xfrm>
            <a:off x="2268864" y="1699266"/>
            <a:ext cx="519145" cy="512370"/>
            <a:chOff x="2268864" y="1699266"/>
            <a:chExt cx="519145" cy="51237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4B37C47-FA1C-5820-64EA-20010B14EB08}"/>
                </a:ext>
              </a:extLst>
            </p:cNvPr>
            <p:cNvGrpSpPr/>
            <p:nvPr/>
          </p:nvGrpSpPr>
          <p:grpSpPr>
            <a:xfrm>
              <a:off x="2268864" y="1699266"/>
              <a:ext cx="500949" cy="220980"/>
              <a:chOff x="2268864" y="1699266"/>
              <a:chExt cx="500949" cy="220980"/>
            </a:xfrm>
            <a:solidFill>
              <a:srgbClr val="FFF1E8"/>
            </a:solidFill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9D2CD25C-DA82-418B-7936-F27E807477BB}"/>
                  </a:ext>
                </a:extLst>
              </p:cNvPr>
              <p:cNvSpPr/>
              <p:nvPr/>
            </p:nvSpPr>
            <p:spPr>
              <a:xfrm rot="8100000">
                <a:off x="2268864" y="1714503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5FA3461C-6C91-33B1-23DC-4AD9F422084F}"/>
                  </a:ext>
                </a:extLst>
              </p:cNvPr>
              <p:cNvSpPr/>
              <p:nvPr/>
            </p:nvSpPr>
            <p:spPr>
              <a:xfrm rot="13500000">
                <a:off x="2564073" y="1714506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DA703FE-6A9A-38EE-C914-24248F74A13E}"/>
                </a:ext>
              </a:extLst>
            </p:cNvPr>
            <p:cNvGrpSpPr/>
            <p:nvPr/>
          </p:nvGrpSpPr>
          <p:grpSpPr>
            <a:xfrm rot="10800000">
              <a:off x="2287060" y="1990656"/>
              <a:ext cx="500949" cy="220980"/>
              <a:chOff x="2421264" y="1851666"/>
              <a:chExt cx="500949" cy="220980"/>
            </a:xfrm>
            <a:solidFill>
              <a:srgbClr val="FFF1E8"/>
            </a:solidFill>
          </p:grpSpPr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29882A44-82DF-C7AB-453B-711D4D21E534}"/>
                  </a:ext>
                </a:extLst>
              </p:cNvPr>
              <p:cNvSpPr/>
              <p:nvPr/>
            </p:nvSpPr>
            <p:spPr>
              <a:xfrm rot="8100000">
                <a:off x="2421264" y="1866903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CE9E83E3-E08D-1EEE-9875-A841039959DC}"/>
                  </a:ext>
                </a:extLst>
              </p:cNvPr>
              <p:cNvSpPr/>
              <p:nvPr/>
            </p:nvSpPr>
            <p:spPr>
              <a:xfrm rot="13500000">
                <a:off x="2716473" y="1866906"/>
                <a:ext cx="220980" cy="190500"/>
              </a:xfrm>
              <a:prstGeom prst="triangl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577808-FBC9-66DD-54D3-7A878A885705}"/>
              </a:ext>
            </a:extLst>
          </p:cNvPr>
          <p:cNvGrpSpPr/>
          <p:nvPr/>
        </p:nvGrpSpPr>
        <p:grpSpPr>
          <a:xfrm>
            <a:off x="3509235" y="2246627"/>
            <a:ext cx="1140879" cy="1142998"/>
            <a:chOff x="1651821" y="2116934"/>
            <a:chExt cx="1375408" cy="137796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934E963-786E-FD89-413C-1C85D6C1E453}"/>
                </a:ext>
              </a:extLst>
            </p:cNvPr>
            <p:cNvSpPr/>
            <p:nvPr/>
          </p:nvSpPr>
          <p:spPr>
            <a:xfrm>
              <a:off x="1651821" y="2116934"/>
              <a:ext cx="1375408" cy="1375408"/>
            </a:xfrm>
            <a:prstGeom prst="roundRect">
              <a:avLst>
                <a:gd name="adj" fmla="val 11404"/>
              </a:avLst>
            </a:prstGeom>
            <a:solidFill>
              <a:srgbClr val="FFEC2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78D559-5875-5A06-51FC-B72E37A48528}"/>
                </a:ext>
              </a:extLst>
            </p:cNvPr>
            <p:cNvSpPr/>
            <p:nvPr/>
          </p:nvSpPr>
          <p:spPr>
            <a:xfrm>
              <a:off x="1673394" y="3205627"/>
              <a:ext cx="1332263" cy="194548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F293D2-99AD-2EBF-6F94-06189C3EB39B}"/>
                </a:ext>
              </a:extLst>
            </p:cNvPr>
            <p:cNvSpPr/>
            <p:nvPr/>
          </p:nvSpPr>
          <p:spPr>
            <a:xfrm>
              <a:off x="1694966" y="3362685"/>
              <a:ext cx="1292103" cy="97274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6C8A81-7EBD-E7F6-A09E-23579A8E9CA9}"/>
                </a:ext>
              </a:extLst>
            </p:cNvPr>
            <p:cNvSpPr/>
            <p:nvPr/>
          </p:nvSpPr>
          <p:spPr>
            <a:xfrm>
              <a:off x="1773487" y="3397622"/>
              <a:ext cx="1173100" cy="97274"/>
            </a:xfrm>
            <a:prstGeom prst="rect">
              <a:avLst/>
            </a:prstGeom>
            <a:solidFill>
              <a:srgbClr val="FF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6276409-8333-0D8F-9619-3A03B71D1021}"/>
                </a:ext>
              </a:extLst>
            </p:cNvPr>
            <p:cNvSpPr/>
            <p:nvPr/>
          </p:nvSpPr>
          <p:spPr>
            <a:xfrm>
              <a:off x="1651821" y="2116934"/>
              <a:ext cx="1375408" cy="1375408"/>
            </a:xfrm>
            <a:prstGeom prst="roundRect">
              <a:avLst>
                <a:gd name="adj" fmla="val 11404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4917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7F88CE-01D7-366A-B945-7AE846B5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01" t="30000" r="63000" b="27111"/>
          <a:stretch>
            <a:fillRect/>
          </a:stretch>
        </p:blipFill>
        <p:spPr>
          <a:xfrm>
            <a:off x="2072640" y="2743201"/>
            <a:ext cx="2438400" cy="1470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0E398-8BE8-BD1C-4DB1-3A40A22B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6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</Words>
  <Application>Microsoft Office PowerPoint</Application>
  <PresentationFormat>Widescreen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Pinball Junior</dc:creator>
  <cp:lastModifiedBy>Pinball Junior</cp:lastModifiedBy>
  <cp:revision>9</cp:revision>
  <dcterms:created xsi:type="dcterms:W3CDTF">2026-01-18T11:46:04Z</dcterms:created>
  <dcterms:modified xsi:type="dcterms:W3CDTF">2026-01-19T03:35:20Z</dcterms:modified>
</cp:coreProperties>
</file>